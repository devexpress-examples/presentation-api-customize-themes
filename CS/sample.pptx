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2"/>
    <p:sldMasterId id="2147483711" r:id="rId3"/>
  </p:sldMasterIdLst>
  <p:notesMasterIdLst>
    <p:notesMasterId r:id="rId7"/>
  </p:notesMasterIdLst>
  <p:sldIdLst>
    <p:sldId id="256" r:id="rId4"/>
    <p:sldId id="258" r:id="rId5"/>
    <p:sldId id="257" r:id="rId6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80000"/>
      </a:lnSpc>
      <a:spcBef>
        <a:spcPct val="2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lnSpc>
        <a:spcPct val="80000"/>
      </a:lnSpc>
      <a:spcBef>
        <a:spcPct val="2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lnSpc>
        <a:spcPct val="80000"/>
      </a:lnSpc>
      <a:spcBef>
        <a:spcPct val="2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lnSpc>
        <a:spcPct val="80000"/>
      </a:lnSpc>
      <a:spcBef>
        <a:spcPct val="2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lnSpc>
        <a:spcPct val="80000"/>
      </a:lnSpc>
      <a:spcBef>
        <a:spcPct val="2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66"/>
    <a:srgbClr val="0099FF"/>
    <a:srgbClr val="00FFCC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836" autoAdjust="0"/>
  </p:normalViewPr>
  <p:slideViewPr>
    <p:cSldViewPr snapToGrid="0">
      <p:cViewPr varScale="1">
        <p:scale>
          <a:sx n="46" d="100"/>
          <a:sy n="46" d="100"/>
        </p:scale>
        <p:origin x="1219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/>
            <a:lvl1pPr>
              <a:lnSpc>
                <a:spcPct val="100000"/>
              </a:lnSpc>
              <a:spcBef>
                <a:spcPct val="0"/>
              </a:spcBef>
              <a:defRPr sz="1200"/>
            </a:lvl1pPr>
          </a:lstStyle>
          <a:p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4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/>
            <a:lvl1pPr algn="r">
              <a:lnSpc>
                <a:spcPct val="100000"/>
              </a:lnSpc>
              <a:spcBef>
                <a:spcPct val="0"/>
              </a:spcBef>
              <a:defRPr sz="1200"/>
            </a:lvl1pPr>
          </a:lstStyle>
          <a:p>
            <a:endParaRPr lang="en-US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defPPr/>
            <a:lvl1pPr>
              <a:lnSpc>
                <a:spcPct val="100000"/>
              </a:lnSpc>
              <a:spcBef>
                <a:spcPct val="0"/>
              </a:spcBef>
              <a:defRPr sz="1200"/>
            </a:lvl1pPr>
          </a:lstStyle>
          <a:p>
            <a:endParaRPr lang="en-US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4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defPPr/>
            <a:lvl1pPr algn="r">
              <a:lnSpc>
                <a:spcPct val="100000"/>
              </a:lnSpc>
              <a:spcBef>
                <a:spcPct val="0"/>
              </a:spcBef>
              <a:defRPr sz="1200"/>
            </a:lvl1pPr>
          </a:lstStyle>
          <a:p>
            <a:fld id="{541191D7-EAA8-4D00-8B90-2FC6F2F3449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72527"/>
      </p:ext>
    </p:extLst>
  </p:cSld>
  <p:clrMap bg1="lt1" tx1="dk1" bg2="lt2" tx2="dk2" accent1="accent1" accent2="accent2" accent3="accent3" accent4="accent4" accent5="accent5" accent6="accent6" hlink="hlink" folHlink="folHlink"/>
  <p:notesStyle>
    <a:defPPr/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150F11A-810D-459E-AB6B-3D5469F043E0}" type="slidenum">
              <a:rPr lang="en-US"/>
              <a:t>1</a:t>
            </a:fld>
            <a:endParaRPr lang="en-US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prstGeom prst="rect">
            <a:avLst/>
          </a:prstGeom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FontTx/>
              <a:buChar char="•"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225B-9D39-F905-3CC3-75653989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00B1AD0-F0D4-3C69-13A5-5F074E0A62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150F11A-810D-459E-AB6B-3D5469F043E0}" type="slidenum">
              <a:rPr lang="en-US"/>
              <a:t>2</a:t>
            </a:fld>
            <a:endParaRPr lang="en-US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79E5BF05-1EB0-F75E-499B-F11FB745F9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prstGeom prst="rect">
            <a:avLst/>
          </a:prstGeom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16B01C8-646E-216F-A2FB-93AC57C28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FontTx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9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295400"/>
            <a:ext cx="8229600" cy="1143000"/>
          </a:xfrm>
          <a:prstGeom prst="rect">
            <a:avLst/>
          </a:prstGeom>
        </p:spPr>
        <p:txBody>
          <a:bodyPr/>
          <a:lstStyle>
            <a:defPPr/>
            <a:lvl1pPr algn="r"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711575" y="2819400"/>
            <a:ext cx="5051425" cy="1295400"/>
          </a:xfrm>
          <a:prstGeom prst="rect">
            <a:avLst/>
          </a:prstGeom>
        </p:spPr>
        <p:txBody>
          <a:bodyPr/>
          <a:lstStyle>
            <a:defPPr/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304800" y="6400800"/>
            <a:ext cx="1905000" cy="457200"/>
          </a:xfrm>
          <a:prstGeom prst="rect">
            <a:avLst/>
          </a:prstGeom>
        </p:spPr>
        <p:txBody>
          <a:bodyPr/>
          <a:lstStyle>
            <a:defPPr/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505200" y="6400800"/>
            <a:ext cx="2895600" cy="457200"/>
          </a:xfrm>
          <a:prstGeom prst="rect">
            <a:avLst/>
          </a:prstGeom>
        </p:spPr>
        <p:txBody>
          <a:bodyPr/>
          <a:lstStyle>
            <a:defPPr/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</p:spPr>
        <p:txBody>
          <a:bodyPr/>
          <a:lstStyle>
            <a:defPPr/>
            <a:lvl1pPr>
              <a:defRPr>
                <a:latin typeface="+mn-lt"/>
              </a:defRPr>
            </a:lvl1pPr>
          </a:lstStyle>
          <a:p>
            <a:fld id="{80B0D17D-2647-4266-9487-0CA541A3FA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B3F9DD91-C94B-4410-B8E2-C31341F4D57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1002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450" y="4406900"/>
            <a:ext cx="6799264" cy="1362075"/>
          </a:xfrm>
          <a:prstGeom prst="rect">
            <a:avLst/>
          </a:prstGeom>
        </p:spPr>
        <p:txBody>
          <a:bodyPr anchor="t"/>
          <a:lstStyle>
            <a:defPPr/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5450" y="2906714"/>
            <a:ext cx="6799264" cy="1500188"/>
          </a:xfrm>
          <a:prstGeom prst="rect">
            <a:avLst/>
          </a:prstGeom>
        </p:spPr>
        <p:txBody>
          <a:bodyPr anchor="b"/>
          <a:lstStyle>
            <a:defPPr/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E99CDFB7-BA1E-400C-A6DB-42D5818B1DD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09286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1"/>
          </p:nvPr>
        </p:nvSpPr>
        <p:spPr>
          <a:xfrm>
            <a:off x="1752600" y="1395413"/>
            <a:ext cx="3429000" cy="4572000"/>
          </a:xfrm>
          <a:prstGeom prst="rect">
            <a:avLst/>
          </a:prstGeom>
        </p:spPr>
        <p:txBody>
          <a:bodyPr/>
          <a:lstStyle>
            <a:defPPr/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sz="half" idx="2"/>
          </p:nvPr>
        </p:nvSpPr>
        <p:spPr>
          <a:xfrm>
            <a:off x="5334000" y="1395413"/>
            <a:ext cx="3429000" cy="4572000"/>
          </a:xfrm>
          <a:prstGeom prst="rect">
            <a:avLst/>
          </a:prstGeom>
        </p:spPr>
        <p:txBody>
          <a:bodyPr/>
          <a:lstStyle>
            <a:defPPr/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7971D494-68BC-407F-AF65-AB0F97113BB5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46766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5" y="274639"/>
            <a:ext cx="7229475" cy="1143000"/>
          </a:xfrm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7325" y="1535113"/>
            <a:ext cx="3457576" cy="639762"/>
          </a:xfrm>
          <a:prstGeom prst="rect">
            <a:avLst/>
          </a:prstGeom>
        </p:spPr>
        <p:txBody>
          <a:bodyPr anchor="b"/>
          <a:lstStyle>
            <a:defPPr/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sz="half" idx="2"/>
          </p:nvPr>
        </p:nvSpPr>
        <p:spPr>
          <a:xfrm>
            <a:off x="1457325" y="2174875"/>
            <a:ext cx="3467101" cy="3951289"/>
          </a:xfrm>
          <a:prstGeom prst="rect">
            <a:avLst/>
          </a:prstGeom>
        </p:spPr>
        <p:txBody>
          <a:bodyPr/>
          <a:lstStyle>
            <a:defPPr/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4925" y="1535113"/>
            <a:ext cx="3571875" cy="639762"/>
          </a:xfrm>
          <a:prstGeom prst="rect">
            <a:avLst/>
          </a:prstGeom>
        </p:spPr>
        <p:txBody>
          <a:bodyPr anchor="b"/>
          <a:lstStyle>
            <a:defPPr/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body" sz="quarter" idx="4"/>
          </p:nvPr>
        </p:nvSpPr>
        <p:spPr>
          <a:xfrm>
            <a:off x="5114925" y="2174875"/>
            <a:ext cx="3571875" cy="3951289"/>
          </a:xfrm>
          <a:prstGeom prst="rect">
            <a:avLst/>
          </a:prstGeom>
        </p:spPr>
        <p:txBody>
          <a:bodyPr/>
          <a:lstStyle>
            <a:defPPr/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BA3E3192-E4CE-48D6-A6F2-6D2A272381B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59336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5CD38FEF-6213-4598-919E-2C5D33C1699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75712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C3A107C3-E985-4DC2-8886-570CDD1DCD6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71720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375" y="273050"/>
            <a:ext cx="3008314" cy="1162050"/>
          </a:xfrm>
          <a:prstGeom prst="rect">
            <a:avLst/>
          </a:prstGeom>
        </p:spPr>
        <p:txBody>
          <a:bodyPr anchor="b"/>
          <a:lstStyle>
            <a:defPPr/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648200" y="273050"/>
            <a:ext cx="4038600" cy="5853114"/>
          </a:xfrm>
          <a:prstGeom prst="rect">
            <a:avLst/>
          </a:prstGeom>
        </p:spPr>
        <p:txBody>
          <a:bodyPr/>
          <a:lstStyle>
            <a:defPPr/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6375" y="1444625"/>
            <a:ext cx="3008314" cy="4691064"/>
          </a:xfrm>
          <a:prstGeom prst="rect">
            <a:avLst/>
          </a:prstGeom>
        </p:spPr>
        <p:txBody>
          <a:bodyPr/>
          <a:lstStyle>
            <a:defPPr/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2487DE84-1273-4261-A7F9-101789AABE1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97934"/>
      </p:ext>
    </p:extLst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418262" cy="566739"/>
          </a:xfrm>
          <a:prstGeom prst="rect">
            <a:avLst/>
          </a:prstGeom>
        </p:spPr>
        <p:txBody>
          <a:bodyPr anchor="b"/>
          <a:lstStyle>
            <a:defPPr/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6408737" cy="4114800"/>
          </a:xfrm>
          <a:prstGeom prst="rect">
            <a:avLst/>
          </a:prstGeom>
        </p:spPr>
        <p:txBody>
          <a:bodyPr/>
          <a:lstStyle>
            <a:defPPr/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6418262" cy="804863"/>
          </a:xfrm>
          <a:prstGeom prst="rect">
            <a:avLst/>
          </a:prstGeom>
        </p:spPr>
        <p:txBody>
          <a:bodyPr/>
          <a:lstStyle>
            <a:defPPr/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FF84E99E-F311-4DF1-948C-EE093CE6CFF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21146"/>
      </p:ext>
    </p:extLst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37A8B10A-B675-4087-9034-9B2183FA19D1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28508"/>
      </p:ext>
    </p:extLst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0400" y="304800"/>
            <a:ext cx="1752600" cy="566261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52600" y="304800"/>
            <a:ext cx="5105400" cy="566261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>
            <a:defPPr/>
            <a:lvl1pPr>
              <a:defRPr/>
            </a:lvl1pPr>
          </a:lstStyle>
          <a:p>
            <a:fld id="{C4BD3488-233A-4527-AB2B-86B08BC2E42E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54234"/>
      </p:ext>
    </p:extLst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80B0D17D-2647-4266-9487-0CA541A3F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61333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9DD91-C94B-4410-B8E2-C31341F4D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14672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E99CDFB7-BA1E-400C-A6DB-42D581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03811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D494-68BC-407F-AF65-AB0F97113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28587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E3192-E4CE-48D6-A6F2-6D2A272381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84788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38FEF-6213-4598-919E-2C5D33C16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27375"/>
      </p:ext>
    </p:extLst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107C3-E985-4DC2-8886-570CDD1DC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24878"/>
      </p:ext>
    </p:extLst>
  </p:cSld>
  <p:clrMapOvr>
    <a:masterClrMapping/>
  </p:clrMapOvr>
  <p:transition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7DE84-1273-4261-A7F9-101789AAB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53644"/>
      </p:ext>
    </p:extLst>
  </p:cSld>
  <p:clrMapOvr>
    <a:masterClrMapping/>
  </p:clrMapOvr>
  <p:transition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4E99E-F311-4DF1-948C-EE093CE6CF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3628"/>
      </p:ext>
    </p:extLst>
  </p:cSld>
  <p:clrMapOvr>
    <a:masterClrMapping/>
  </p:clrMapOvr>
  <p:transition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361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39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82810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834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351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232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B10A-B675-4087-9034-9B2183FA1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29658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4BD3488-233A-4527-AB2B-86B08BC2E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92188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304800"/>
            <a:ext cx="7010400" cy="838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52600" y="1395413"/>
            <a:ext cx="7010400" cy="457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9050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/>
            <a:lvl1pPr>
              <a:lnSpc>
                <a:spcPct val="100000"/>
              </a:lnSpc>
              <a:spcBef>
                <a:spcPct val="0"/>
              </a:spcBef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16414" y="6400800"/>
            <a:ext cx="2084388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/>
            <a:lvl1pPr algn="ctr">
              <a:lnSpc>
                <a:spcPct val="100000"/>
              </a:lnSpc>
              <a:spcBef>
                <a:spcPct val="0"/>
              </a:spcBef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1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/>
            <a:lvl1pPr algn="r">
              <a:lnSpc>
                <a:spcPct val="100000"/>
              </a:lnSpc>
              <a:spcBef>
                <a:spcPct val="0"/>
              </a:spcBef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>
    <p:fade thruBlk="1"/>
  </p:transition>
  <p:txStyles>
    <p:titleStyle>
      <a:defPPr/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6666"/>
          </a:solidFill>
          <a:latin typeface="Tahoma" pitchFamily="34" charset="0"/>
        </a:defRPr>
      </a:lvl9pPr>
    </p:titleStyle>
    <p:bodyStyle>
      <a:defPPr/>
      <a:lvl1pPr marL="342900" indent="-342900" algn="l" rtl="0" eaLnBrk="1" fontAlgn="base" hangingPunct="1">
        <a:spcBef>
          <a:spcPct val="50000"/>
        </a:spcBef>
        <a:spcAft>
          <a:spcPct val="0"/>
        </a:spcAft>
        <a:buChar char="•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200" i="1">
          <a:solidFill>
            <a:schemeClr val="tx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F01D4-9524-4813-B564-656FF752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701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transition>
    <p:fade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9FB2-BCBA-9C97-8526-66F189CD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04800"/>
            <a:ext cx="7010400" cy="8382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Presentation Title (Dark2)</a:t>
            </a:r>
          </a:p>
        </p:txBody>
      </p:sp>
      <p:sp>
        <p:nvSpPr>
          <p:cNvPr id="2050" name="Title 2049"/>
          <p:cNvSpPr>
            <a:spLocks/>
          </p:cNvSpPr>
          <p:nvPr/>
        </p:nvSpPr>
        <p:spPr bwMode="auto">
          <a:xfrm>
            <a:off x="493888" y="2232378"/>
            <a:ext cx="8156223" cy="2918177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  <a:ln w="152400" cmpd="sng">
            <a:solidFill>
              <a:schemeClr val="accent3"/>
            </a:solidFill>
            <a:prstDash val="dot"/>
            <a:round/>
            <a:headEnd w="sm" len="sm"/>
            <a:tailEnd w="sm" len="sm"/>
          </a:ln>
          <a:effectLst/>
        </p:spPr>
        <p:style>
          <a:lnRef idx="1">
            <a:srgbClr val="000000"/>
          </a:lnRef>
          <a:fillRef idx="1">
            <a:srgbClr val="000000"/>
          </a:fillRef>
          <a:effectRef idx="0">
            <a:srgbClr val="000000"/>
          </a:effectRef>
          <a:fontRef idx="major">
            <a:schemeClr val="accent3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/>
            <a:lvl1pPr>
              <a:defRPr sz="3200"/>
            </a:lvl1pPr>
          </a:lstStyle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Text with (Accent1)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720FDC7-E599-DF0E-BEAD-3E890407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7465-C722-3283-6490-FFBF0F50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04800"/>
            <a:ext cx="7010400" cy="8382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Presentation Title (Dark2)</a:t>
            </a:r>
          </a:p>
        </p:txBody>
      </p:sp>
      <p:sp>
        <p:nvSpPr>
          <p:cNvPr id="2050" name="Title 2049">
            <a:extLst>
              <a:ext uri="{FF2B5EF4-FFF2-40B4-BE49-F238E27FC236}">
                <a16:creationId xmlns:a16="http://schemas.microsoft.com/office/drawing/2014/main" id="{27EAA0A1-EE44-11B6-F9A4-91B404EC2F01}"/>
              </a:ext>
            </a:extLst>
          </p:cNvPr>
          <p:cNvSpPr>
            <a:spLocks/>
          </p:cNvSpPr>
          <p:nvPr/>
        </p:nvSpPr>
        <p:spPr bwMode="auto">
          <a:xfrm>
            <a:off x="493888" y="2232378"/>
            <a:ext cx="8156223" cy="2918177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  <a:ln w="152400" cmpd="sng">
            <a:solidFill>
              <a:schemeClr val="accent3"/>
            </a:solidFill>
            <a:prstDash val="dot"/>
            <a:round/>
            <a:headEnd w="sm" len="sm"/>
            <a:tailEnd w="sm" len="sm"/>
          </a:ln>
          <a:effectLst/>
        </p:spPr>
        <p:style>
          <a:lnRef idx="1">
            <a:srgbClr val="000000"/>
          </a:lnRef>
          <a:fillRef idx="1">
            <a:srgbClr val="000000"/>
          </a:fillRef>
          <a:effectRef idx="0">
            <a:srgbClr val="000000"/>
          </a:effectRef>
          <a:fontRef idx="major">
            <a:schemeClr val="accent3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/>
            <a:lvl1pPr>
              <a:defRPr sz="3200"/>
            </a:lvl1pPr>
          </a:lstStyle>
          <a:p>
            <a:pPr lvl="0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Text with (Accent1)</a:t>
            </a:r>
          </a:p>
        </p:txBody>
      </p:sp>
    </p:spTree>
    <p:extLst>
      <p:ext uri="{BB962C8B-B14F-4D97-AF65-F5344CB8AC3E}">
        <p14:creationId xmlns:p14="http://schemas.microsoft.com/office/powerpoint/2010/main" val="3697792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BAB5EE-A991-3D50-6708-701BB62C2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CD1C7-A1B6-AAD2-ADBD-F2C34956E213}"/>
              </a:ext>
            </a:extLst>
          </p:cNvPr>
          <p:cNvSpPr/>
          <p:nvPr/>
        </p:nvSpPr>
        <p:spPr>
          <a:xfrm>
            <a:off x="2453094" y="3176016"/>
            <a:ext cx="3048000" cy="1828800"/>
          </a:xfrm>
          <a:prstGeom prst="rect">
            <a:avLst/>
          </a:prstGeom>
        </p:spPr>
        <p:style>
          <a:lnRef idx="1">
            <a:srgbClr val="000000"/>
          </a:lnRef>
          <a:fillRef idx="1">
            <a:srgbClr val="000000"/>
          </a:fillRef>
          <a:effectRef idx="0">
            <a:srgbClr val="000000"/>
          </a:effectRef>
          <a:fontRef idx="major">
            <a:schemeClr val="accent3"/>
          </a:fontRef>
        </p:style>
        <p:txBody>
          <a:bodyPr/>
          <a:lstStyle>
            <a:defPPr/>
            <a:lvl1pPr>
              <a:defRPr sz="3200"/>
            </a:lvl1pPr>
          </a:lstStyle>
          <a:p>
            <a:pPr>
              <a:defRPr/>
            </a:pPr>
            <a:r>
              <a:t>Text</a:t>
            </a:r>
            <a:r>
              <a:rPr lang="ru-RU" dirty="0"/>
              <a:t>2</a:t>
            </a:r>
            <a:r>
              <a:rPr dirty="0"/>
              <a:t> with Theme Color Accent1</a:t>
            </a:r>
          </a:p>
        </p:txBody>
      </p:sp>
    </p:spTree>
    <p:extLst>
      <p:ext uri="{BB962C8B-B14F-4D97-AF65-F5344CB8AC3E}">
        <p14:creationId xmlns:p14="http://schemas.microsoft.com/office/powerpoint/2010/main" val="4219732215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My Custom Theme Name">
  <a:themeElements>
    <a:clrScheme name="Custom 4">
      <a:dk1>
        <a:srgbClr val="729900"/>
      </a:dk1>
      <a:lt1>
        <a:srgbClr val="F2F2F2"/>
      </a:lt1>
      <a:dk2>
        <a:srgbClr val="4C6600"/>
      </a:dk2>
      <a:lt2>
        <a:srgbClr val="EFFFC1"/>
      </a:lt2>
      <a:accent1>
        <a:srgbClr val="800080"/>
      </a:accent1>
      <a:accent2>
        <a:hslClr hue="2329412" sat="100000" lum="50000"/>
      </a:accent2>
      <a:accent3>
        <a:srgbClr val="00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28FFFE"/>
      </a:hlink>
      <a:folHlink>
        <a:srgbClr val="99CC00"/>
      </a:folHlink>
    </a:clrScheme>
    <a:fontScheme name="1844_Classroom Expectations_Copyedited">
      <a:majorFont>
        <a:latin typeface="Comic Sans MS"/>
        <a:ea typeface="Comic Sans MS"/>
        <a:cs typeface="Comic Sans MS"/>
      </a:majorFont>
      <a:minorFont>
        <a:latin typeface="Calibri"/>
        <a:ea typeface="Calibri Light"/>
        <a:cs typeface="Calibri"/>
      </a:minorFont>
    </a:fontScheme>
    <a:fmtScheme name="Office">
      <a:fillStyleLst>
        <a:solidFill>
          <a:srgbClr val="FFFF00"/>
        </a:solidFill>
        <a:solidFill>
          <a:srgbClr val="00FFFF"/>
        </a:solidFill>
        <a:solidFill>
          <a:srgbClr val="FF00FF"/>
        </a:solidFill>
      </a:fillStyleLst>
      <a:lnStyleLst>
        <a:ln w="152400" cmpd="sng">
          <a:solidFill>
            <a:schemeClr val="accent3"/>
          </a:solidFill>
          <a:prstDash val="dot"/>
          <a:round/>
          <a:headEnd w="sm" len="sm"/>
          <a:tailEnd w="sm" len="sm"/>
        </a:ln>
        <a:ln w="15240" cmpd="sng">
          <a:solidFill>
            <a:schemeClr val="accent3"/>
          </a:solidFill>
          <a:prstDash val="dashDot"/>
          <a:round/>
          <a:headEnd w="sm" len="sm"/>
          <a:tailEnd w="sm" len="sm"/>
        </a:ln>
        <a:ln w="15240" cmpd="sng">
          <a:solidFill>
            <a:schemeClr val="accent3"/>
          </a:solidFill>
          <a:prstDash val="dashDot"/>
          <a:round/>
          <a:headEnd w="sm" len="sm"/>
          <a:tailEnd w="sm" len="sm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rgbClr val="008000"/>
        </a:solidFill>
        <a:solidFill>
          <a:srgbClr val="FF0000"/>
        </a:solidFill>
        <a:solidFill>
          <a:srgbClr val="0000FF"/>
        </a:soli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844_Classroom Expectations_Copyedite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44_Classroom Expectations_Copyedite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44_Classroom Expectations_Copyedite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44_Classroom Expectations_Copyedite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44_Classroom Expectations_Copyedite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844_Classroom Expectations_Copyedite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844_Classroom Expectations_Copyedite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844_Classroom Expectations_Copyedite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844_Classroom Expectations_Copyedite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844_Classroom Expectations_Copyedite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844_Classroom Expectations_Copyedite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844_Classroom Expectations_Copyedite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844_Classroom Expectations_Copyedited 1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mpd="sng" algn="ctr">
          <a:solidFill>
            <a:schemeClr val="phClr"/>
          </a:solidFill>
          <a:prstDash val="solid"/>
        </a:ln>
        <a:ln w="38100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68A5906-F268-4F87-9765-7B21AABD07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4893</TotalTime>
  <Words>29</Words>
  <Application>Microsoft Office PowerPoint</Application>
  <PresentationFormat>On-screen Show (4:3)</PresentationFormat>
  <Paragraphs>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Comic Sans MS</vt:lpstr>
      <vt:lpstr>Tahoma</vt:lpstr>
      <vt:lpstr>Trebuchet MS</vt:lpstr>
      <vt:lpstr>Wingdings</vt:lpstr>
      <vt:lpstr>My Custom Theme Name</vt:lpstr>
      <vt:lpstr>Berlin</vt:lpstr>
      <vt:lpstr>Presentation Title (Dark2)</vt:lpstr>
      <vt:lpstr>Presentation Title (Dark2)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Perils, challenges, and triumphs:  Integrating Stata and syntax into an undergraduate social statistics class</dc:title>
  <dc:creator>Leslie-Anne Keown</dc:creator>
  <cp:lastModifiedBy>Anton Sameishchev</cp:lastModifiedBy>
  <cp:revision>36</cp:revision>
  <dcterms:created xsi:type="dcterms:W3CDTF">2017-05-28T21:14:30Z</dcterms:created>
  <dcterms:modified xsi:type="dcterms:W3CDTF">2025-11-17T11:25:24Z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TC011589511033</vt:lpwstr>
  </property>
</Properties>
</file>